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57E23-2029-78FA-F5EE-AD1F70BD2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9EDFA-47C4-D8A5-78EC-F0DDBBA02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E9443-F66C-E5E8-98F7-852E8FDE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05B6E-E45F-3D2B-52D8-A26FF5B6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9D523-DFB6-3C10-28A8-A2AF68D4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1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7293-CF76-EF46-2C24-17D9CDFD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786D-F0D9-8420-976D-972B0924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5FD7E-D720-DA01-E89E-AE886866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059D-C7AB-DB43-3BD9-173FA9583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421F6-1245-C2A0-D776-C8869C1D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606E-2ECF-C5A7-6DE8-0546F558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AE0D7-02B2-2D3A-0595-926AA0399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F940A-A0FB-3615-F368-28D2AC41D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CB01-682A-FB63-1210-6A42733DD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2C89-351D-0C75-70B4-3DC1AA08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8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C276-700B-F598-F622-31640F6D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5CFDA-BDB0-DB46-B7B1-81A32AF1AC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100E9-2710-1684-EE96-91C17D2C2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D4523-47EA-D1E6-CC7E-A9A134DB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A7DE4-0D0D-3357-A5C5-14A9A777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8D83D-87AE-BC4A-7C35-2779B047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6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EE5-68B1-8ED3-6A60-2309B0148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4EA11-C394-B760-E78C-115C93F49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FF0BB-D2C0-2EB5-49D7-DD4D7D71B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C4663-FA48-F323-04A5-2CD3949BB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7F172D-8BC6-0767-5F31-86F50FFA9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CEAAC-5C73-DFCC-D3D4-A2F37FA8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9C02B-002B-B005-FE6D-82A28446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3260E-3075-08DD-6AB1-058C2068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38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032D-B171-8032-E142-F7F46A99B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AACD6-7481-9C0E-8DCE-52012823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77CEA-6C10-16E4-03D0-BC0A45A7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0B0B6-C13F-21B8-5E35-177A61A1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6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36FDD-85A9-2BE2-14A2-D27EDC79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B86404-CCF8-F0E2-1739-054AECF7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E68BC-1011-FF9A-47EA-48D65912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1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F798-0F31-EE11-1E90-A75C14E9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1C878-0A1B-BD79-01B0-04C1C0C7E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0A85D-FCF3-59E9-D6E4-B6B357852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2DC53-9ED6-1FD2-102A-A294DDC4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539A3-49D0-AA61-9994-4A562D1F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2B834-6386-C8A2-DFE4-8BAC54BD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86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3A31-F18A-858B-407D-B6901A509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B40152-9410-BC46-6AE2-003482C17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3928E-4651-AA30-1C3B-951B37B6C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A6498-1ABC-6AED-E42E-1B3FACA6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79CF5-A1EA-7A0A-4AEE-57FEF166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52E5A-81A6-4178-21C6-CBC45754E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9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B3F0-60AA-F5DA-04C9-EB4675CD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A1CC1D-1C8E-0D70-4A88-551130818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D3639-4458-4247-F110-1BD2F322D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54F20-2876-8DC6-54E9-C0BFD53F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89EBC-11C4-E957-BCF0-D2C67E3D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3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1BD35-73EF-6CB9-A341-DD9803C47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959C7-2EA7-3C6A-15CC-960885869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71136-1363-DE77-200F-85BA1DDE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E657C-961C-DFF4-9655-924FE699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11CFE-944D-BCA4-DB45-8E71123E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4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27076-CC19-FD88-01BB-42F5BD573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615FC-0D50-24F2-C14B-9CF36CEE7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F2661-749A-0CF3-88A0-B5211DA27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D5A28-704C-4EF7-A274-28E1F9F8E571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2265-8007-D61E-9A20-109D4EFAE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C570A-56B9-EA39-2A70-D0AD5E835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67A58-BBB0-478C-AA1C-4E6386037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9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60BB-2E08-68FA-43C2-79C8488FD8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 </a:t>
            </a:r>
            <a:r>
              <a:rPr lang="en-US" dirty="0" err="1"/>
              <a:t>Knowbase</a:t>
            </a:r>
            <a:r>
              <a:rPr lang="en-US" dirty="0"/>
              <a:t> Product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7F28B-F9F6-A4A4-1724-932B18EC3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 Your Internal AI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1902883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150FC-39B9-E51F-7788-727F54B93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Knowbase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540E-0A3E-116C-D7DD-586874BE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secure, internal platform to query your company's documents.</a:t>
            </a:r>
          </a:p>
          <a:p>
            <a:r>
              <a:rPr lang="en-US" dirty="0"/>
              <a:t>Turns manuals, PDFs, wikis, and more into a conversational knowledge source.</a:t>
            </a:r>
          </a:p>
          <a:p>
            <a:r>
              <a:rPr lang="en-US" dirty="0"/>
              <a:t>Provides instant, cited answers to employee questions.</a:t>
            </a:r>
          </a:p>
          <a:p>
            <a:r>
              <a:rPr lang="en-US" dirty="0"/>
              <a:t>Reduces time spent searching through file shares and outdated wikis.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40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48F3-FDAA-5290-43B0-66000712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Target Use Cases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E68AE-F84D-C55A-764F-C4FCD08D8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Internal IT &amp; HR Support:</a:t>
            </a:r>
            <a:r>
              <a:rPr lang="en-US" dirty="0"/>
              <a:t> Quick answers to policy and procedure questions.</a:t>
            </a:r>
          </a:p>
          <a:p>
            <a:r>
              <a:rPr lang="en-US" b="1" dirty="0"/>
              <a:t>Onboarding:</a:t>
            </a:r>
            <a:r>
              <a:rPr lang="en-US" dirty="0"/>
              <a:t> New hires can ask questions about company guidelines.</a:t>
            </a:r>
          </a:p>
          <a:p>
            <a:r>
              <a:rPr lang="en-US" b="1" dirty="0"/>
              <a:t>Sales &amp; Support Teams:</a:t>
            </a:r>
            <a:r>
              <a:rPr lang="en-US" dirty="0"/>
              <a:t> Access to the latest product specifications and playbooks.</a:t>
            </a:r>
          </a:p>
          <a:p>
            <a:r>
              <a:rPr lang="en-US" b="1" dirty="0"/>
              <a:t>R&amp;D &amp; Engineering:</a:t>
            </a:r>
            <a:r>
              <a:rPr lang="en-US" dirty="0"/>
              <a:t> Reference design documents and architecture decision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9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3780-86E8-0666-5F2E-12F8056F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Ingestion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9ECEA-3B87-AC50-8C85-CFEC4E10E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Upload:</a:t>
            </a:r>
            <a:r>
              <a:rPr lang="en-US" dirty="0"/>
              <a:t> Users drag-and-drop documents into the </a:t>
            </a:r>
            <a:r>
              <a:rPr lang="en-US" dirty="0" err="1"/>
              <a:t>Knowbase</a:t>
            </a:r>
            <a:r>
              <a:rPr lang="en-US" dirty="0"/>
              <a:t> portal.</a:t>
            </a:r>
          </a:p>
          <a:p>
            <a:r>
              <a:rPr lang="en-US" b="1" dirty="0"/>
              <a:t>2. Process:</a:t>
            </a:r>
            <a:r>
              <a:rPr lang="en-US" dirty="0"/>
              <a:t> Text is extracted, cleaned, and split into logical "chunks."</a:t>
            </a:r>
          </a:p>
          <a:p>
            <a:r>
              <a:rPr lang="en-US" b="1" dirty="0"/>
              <a:t>3. Embed:</a:t>
            </a:r>
            <a:r>
              <a:rPr lang="en-US" dirty="0"/>
              <a:t> Each chunk is converted into a vector (numeric representation).</a:t>
            </a:r>
          </a:p>
          <a:p>
            <a:r>
              <a:rPr lang="en-US" b="1" dirty="0"/>
              <a:t>4. Store:</a:t>
            </a:r>
            <a:r>
              <a:rPr lang="en-US" dirty="0"/>
              <a:t> Vectors are indexed for fast, semantic similarity 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152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9DD1-F812-FF92-B431-4C0BAD9E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Live Chat &amp; Embedded Widget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4A35-2203-9F9C-1333-DA08AF55F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Chat Interface:</a:t>
            </a:r>
            <a:r>
              <a:rPr lang="en-US" dirty="0"/>
              <a:t> The primary way users interact with </a:t>
            </a:r>
            <a:r>
              <a:rPr lang="en-US" dirty="0" err="1"/>
              <a:t>Knowbase</a:t>
            </a:r>
            <a:r>
              <a:rPr lang="en-US" dirty="0"/>
              <a:t> via our web portal.</a:t>
            </a:r>
          </a:p>
          <a:p>
            <a:r>
              <a:rPr lang="en-US" b="1" dirty="0"/>
              <a:t>Embedded Widget:</a:t>
            </a:r>
            <a:r>
              <a:rPr lang="en-US" dirty="0"/>
              <a:t> A white-labeled version of the chat can be integrated into other internal web tools (e.g., intranet, help desk).</a:t>
            </a:r>
          </a:p>
          <a:p>
            <a:r>
              <a:rPr lang="en-US" b="1" dirty="0"/>
              <a:t>For enhanced security, the embedded chat widget can be restricted using a domain allowlist, preventing unauthorized embedding on external sites.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1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263CD-26CB-D0CF-C1EB-F605EB1E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Roadmap (Future Features)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FEDF-D813-AA2C-0BA5-8E133B475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Q2:</a:t>
            </a:r>
            <a:r>
              <a:rPr lang="en-US" dirty="0"/>
              <a:t> Conversational memory within a chat session.</a:t>
            </a:r>
          </a:p>
          <a:p>
            <a:r>
              <a:rPr lang="en-US" b="1" dirty="0"/>
              <a:t>Q3:</a:t>
            </a:r>
            <a:r>
              <a:rPr lang="en-US" dirty="0"/>
              <a:t> Support for direct Q&amp;A from spreadsheet (CSV) data.</a:t>
            </a:r>
          </a:p>
          <a:p>
            <a:r>
              <a:rPr lang="en-US" b="1" dirty="0"/>
              <a:t>Q4:</a:t>
            </a:r>
            <a:r>
              <a:rPr lang="en-US" dirty="0"/>
              <a:t> Advanced analytics dashboard for admin insights.</a:t>
            </a: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 Knowbase Product Overview</vt:lpstr>
      <vt:lpstr>What is Knowbase?</vt:lpstr>
      <vt:lpstr> Target Use Cases</vt:lpstr>
      <vt:lpstr>How Ingestion Works</vt:lpstr>
      <vt:lpstr>Live Chat &amp; Embedded Widget</vt:lpstr>
      <vt:lpstr>Roadmap (Future Features)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تامر احمد السيد الدبيكى</dc:creator>
  <cp:lastModifiedBy>محمد تامر احمد السيد الدبيكى</cp:lastModifiedBy>
  <cp:revision>1</cp:revision>
  <dcterms:created xsi:type="dcterms:W3CDTF">2026-01-18T13:43:48Z</dcterms:created>
  <dcterms:modified xsi:type="dcterms:W3CDTF">2026-01-18T13:43:48Z</dcterms:modified>
</cp:coreProperties>
</file>